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09"/>
            <a:ext cx="12191695" cy="68541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page-0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2026-08-26T12:18:57Z</dcterms:created>
  <dcterms:modified xsi:type="dcterms:W3CDTF">2026-08-26T12:18:57Z</dcterms:modified>
</cp:coreProperties>
</file>