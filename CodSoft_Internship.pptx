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2137B0-8DFC-4B8C-8C14-2A2F366C363B}" v="2" dt="2026-08-28T14:35:52.6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B3B02D-3BC6-4F38-8AE3-53F2749F7EE7}" type="datetimeFigureOut"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F6DCF-0830-48F7-8DDD-799736952A0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003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9"/>
            <a:ext cx="12191695" cy="68541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B690B6-5012-161E-64F4-34536ECEC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680" y="457200"/>
            <a:ext cx="846064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xtracted/page-0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5</cp:revision>
  <dcterms:created xsi:type="dcterms:W3CDTF">2026-08-26T12:18:57Z</dcterms:created>
  <dcterms:modified xsi:type="dcterms:W3CDTF">2026-08-28T14:36:57Z</dcterms:modified>
</cp:coreProperties>
</file>